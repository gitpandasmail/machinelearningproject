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980" r:id="rId2"/>
    <p:sldId id="2147472062" r:id="rId3"/>
    <p:sldId id="6973" r:id="rId4"/>
  </p:sldIdLst>
  <p:sldSz cx="12192000" cy="6858000"/>
  <p:notesSz cx="6858000" cy="91440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A926-FCFA-4018-B1D0-EAA4AC9DD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B0864-5018-43BD-A2F1-9497BAA6C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D3093-F90C-46FF-8EA9-BFA73837F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2EB1C-2C2A-4BE9-846B-F6F156DCF518}" type="datetimeFigureOut">
              <a:rPr lang="et-EE" smtClean="0"/>
              <a:t>30.09.2025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FDB15-9A75-407A-B02F-6F4DACF0E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2FC2E-A1F9-4EFE-8E6C-97B95847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8A71-FD37-4679-A1ED-551038CEA482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102248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219E-CD36-4A2F-8BEE-BD6245A60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FE8CD-D6F9-494E-A6E7-281FC6BFA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F9DA9-07F5-4317-80EA-E814BA2C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2EB1C-2C2A-4BE9-846B-F6F156DCF518}" type="datetimeFigureOut">
              <a:rPr lang="et-EE" smtClean="0"/>
              <a:t>30.09.2025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5A288-359E-485C-8D06-11A930A57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337EC-B99C-4379-84AD-7D193D4D7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8A71-FD37-4679-A1ED-551038CEA482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753925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04FD-B0FF-42EA-B546-15F329431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4EA04-5DA2-42AE-BFE4-B6B7B3267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4E377-0550-43CF-8688-3849405D7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2EB1C-2C2A-4BE9-846B-F6F156DCF518}" type="datetimeFigureOut">
              <a:rPr lang="et-EE" smtClean="0"/>
              <a:t>30.09.2025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2EAA7-8559-4C84-9FAC-7BCD7E87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2FC86-20D3-4F1B-B1AB-3A3DA71E1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8A71-FD37-4679-A1ED-551038CEA482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686554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7DFFE-0ADA-4739-B78A-D75DD9F8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E11CE-0CBF-4583-8FB1-8979E1240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47239-62C4-4D4B-B131-E00F92884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CF8C0-8FD6-4A40-A588-17FB926A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2EB1C-2C2A-4BE9-846B-F6F156DCF518}" type="datetimeFigureOut">
              <a:rPr lang="et-EE" smtClean="0"/>
              <a:t>30.09.2025</a:t>
            </a:fld>
            <a:endParaRPr lang="et-E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88F95-477F-4532-982E-40007722F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91A3D-DF68-4BC7-ADB6-7391E023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8A71-FD37-4679-A1ED-551038CEA482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415681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0C2D-D41E-45DE-B7AB-2B7E92CE3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9157B-B053-4FA2-93D4-68AFADB26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35537-4860-47C6-860D-74BF10A8D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6CBC0-389A-4BEB-A02C-0F3049407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67F173-C3EA-422A-9D46-AC89AA27D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E5DBB5-3FFC-4E93-9AAE-3E6D92F6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2EB1C-2C2A-4BE9-846B-F6F156DCF518}" type="datetimeFigureOut">
              <a:rPr lang="et-EE" smtClean="0"/>
              <a:t>30.09.2025</a:t>
            </a:fld>
            <a:endParaRPr lang="et-E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8DDF6B-1B1A-4888-B8F8-E8E0318BB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26064-469B-4FB0-9338-7206860FC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8A71-FD37-4679-A1ED-551038CEA482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4511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090A9-57B0-475B-A58E-2FDC5959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1E635E-740F-4EC4-8DE5-5D7EA33D3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2EB1C-2C2A-4BE9-846B-F6F156DCF518}" type="datetimeFigureOut">
              <a:rPr lang="et-EE" smtClean="0"/>
              <a:t>30.09.2025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ED797-B7F1-4DED-8944-10272CB9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52447-10C9-4DA4-AD97-DE9E62B4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8A71-FD37-4679-A1ED-551038CEA482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5806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1AA22-6F2F-4378-BC3A-118D1C50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2EB1C-2C2A-4BE9-846B-F6F156DCF518}" type="datetimeFigureOut">
              <a:rPr lang="et-EE" smtClean="0"/>
              <a:t>30.09.2025</a:t>
            </a:fld>
            <a:endParaRPr lang="et-E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F1F4DC-198B-4B67-808E-6C4ABD05E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1499F-5D6D-48C2-B528-E25EAC7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8A71-FD37-4679-A1ED-551038CEA482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60407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4E92-0F4B-4FFA-A327-8DF38CB63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C7322-F41C-4D15-B2CA-A300622A0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AD2CB-5EDE-4943-8943-65D92B710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427A7-9440-40AF-8354-B28BA294F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2EB1C-2C2A-4BE9-846B-F6F156DCF518}" type="datetimeFigureOut">
              <a:rPr lang="et-EE" smtClean="0"/>
              <a:t>30.09.2025</a:t>
            </a:fld>
            <a:endParaRPr lang="et-E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9A8BF-FA6A-49E0-868C-CCB41E87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B4F53-6381-492F-8FA0-0C7AEED6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8A71-FD37-4679-A1ED-551038CEA482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89240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AE0A-E9C5-4CDD-A416-19EF1A9BA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2CDCD0-5597-4571-AC86-3978BB4F22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t-E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33D92-05EE-4B7D-BED6-34628EEF1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B59D4-BB39-4279-830D-B46598CD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2EB1C-2C2A-4BE9-846B-F6F156DCF518}" type="datetimeFigureOut">
              <a:rPr lang="et-EE" smtClean="0"/>
              <a:t>30.09.2025</a:t>
            </a:fld>
            <a:endParaRPr lang="et-E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1BF7C-FEC8-4BE4-B2DA-0E5218F9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4A416-0EB4-40CF-A2BD-342A3783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8A71-FD37-4679-A1ED-551038CEA482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96907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5AD3-1A35-48A9-9F80-33B8414A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08938-2873-4741-B530-1D2C946D2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F7754-5717-4885-B851-7B1A840E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2EB1C-2C2A-4BE9-846B-F6F156DCF518}" type="datetimeFigureOut">
              <a:rPr lang="et-EE" smtClean="0"/>
              <a:t>30.09.2025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6FC43-D77E-45F7-8441-7828C7C22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AEEA3-E12A-485E-904F-C2B96CDC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8A71-FD37-4679-A1ED-551038CEA482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96507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B234B9-68A3-4501-95C6-B1F8F0A9A8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FB5B1-B9FE-4BA3-BFAC-5F671102B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E53BA-4A63-41AD-A1B9-98B793BC7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2EB1C-2C2A-4BE9-846B-F6F156DCF518}" type="datetimeFigureOut">
              <a:rPr lang="et-EE" smtClean="0"/>
              <a:t>30.09.2025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8F507-5620-4468-9DD4-829AFB62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A1CF9-0EC4-4A6A-9657-2AC44410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8A71-FD37-4679-A1ED-551038CEA482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668302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A4A90-300D-4AFF-BA3B-396DF8ACF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9E59E-F971-4E6B-913E-FDFF67BC1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72550-D81E-4204-8F80-962D1EC08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2EB1C-2C2A-4BE9-846B-F6F156DCF518}" type="datetimeFigureOut">
              <a:rPr lang="et-EE" smtClean="0"/>
              <a:t>30.09.2025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0C42C-FB34-4E95-BF4C-4E5945B97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7DD66-E3F9-42FD-919F-FFD1CD567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78A71-FD37-4679-A1ED-551038CEA482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86435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tmp"/><Relationship Id="rId4" Type="http://schemas.openxmlformats.org/officeDocument/2006/relationships/image" Target="../media/image5.tm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AC2C02-E254-416D-9F4B-4C3D48E288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667" y="181298"/>
            <a:ext cx="9456666" cy="239468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3AEB78-975B-4ADE-9727-30F5E46F38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486" y="2575985"/>
            <a:ext cx="7245365" cy="411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0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A07D2E-EEA1-43A5-82FA-41B0E0C15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350948" cy="33134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314538-E0A8-49DD-841A-51D8D7914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6" y="3544584"/>
            <a:ext cx="5365313" cy="32603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BC3EF-FF97-4AD3-8B7E-BFBBBB8FA3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768" y="0"/>
            <a:ext cx="5392231" cy="33134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3556B8-1DA5-49AB-ADC5-7919E6F050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05" y="3650986"/>
            <a:ext cx="5010494" cy="315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06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B100D9-4AFB-4AFE-AA0A-43628D78B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66" y="945223"/>
            <a:ext cx="11795667" cy="437679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2EB9B1C-DEC5-432B-8EB5-5D25A5B9B1FA}"/>
              </a:ext>
            </a:extLst>
          </p:cNvPr>
          <p:cNvSpPr/>
          <p:nvPr/>
        </p:nvSpPr>
        <p:spPr>
          <a:xfrm>
            <a:off x="9707367" y="4734674"/>
            <a:ext cx="905837" cy="26884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B5CA7D8-DC09-407F-824C-CBACB7293D0D}"/>
              </a:ext>
            </a:extLst>
          </p:cNvPr>
          <p:cNvSpPr/>
          <p:nvPr/>
        </p:nvSpPr>
        <p:spPr>
          <a:xfrm>
            <a:off x="10674850" y="4734672"/>
            <a:ext cx="905837" cy="26884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B4CDFA-FF7C-420F-95CC-F6F596F638D4}"/>
              </a:ext>
            </a:extLst>
          </p:cNvPr>
          <p:cNvSpPr/>
          <p:nvPr/>
        </p:nvSpPr>
        <p:spPr>
          <a:xfrm>
            <a:off x="9707367" y="3616504"/>
            <a:ext cx="1827943" cy="26884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CBFEC7-7BBE-4066-BC42-C9DB27AF1319}"/>
              </a:ext>
            </a:extLst>
          </p:cNvPr>
          <p:cNvSpPr/>
          <p:nvPr/>
        </p:nvSpPr>
        <p:spPr>
          <a:xfrm>
            <a:off x="9707367" y="3217524"/>
            <a:ext cx="905837" cy="26884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74778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Aleksandr Peet</dc:creator>
  <cp:lastModifiedBy>Aleksandr Peet</cp:lastModifiedBy>
  <cp:revision>1</cp:revision>
  <dcterms:created xsi:type="dcterms:W3CDTF">2025-04-09T18:20:33Z</dcterms:created>
  <dcterms:modified xsi:type="dcterms:W3CDTF">2025-09-30T17:26:50Z</dcterms:modified>
</cp:coreProperties>
</file>